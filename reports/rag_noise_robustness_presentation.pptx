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86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面向噪声文档的鲁棒 RAG 推理方法与评估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1E486E"/>
                </a:solidFill>
                <a:latin typeface="Arial"/>
              </a:rPr>
              <a:t>Evidence-Gated Iterative RAG · Controlled Noise · Failure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291840" cy="128016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578608"/>
            <a:ext cx="2962656" cy="1060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任务目标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在 correct / noise / misinfo / contradictory 文档共存时，让 RAG 只基于可信证据作答。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468880"/>
            <a:ext cx="3291840" cy="128016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1" y="2578608"/>
            <a:ext cx="2962656" cy="1060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核心方法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EGI-RAG：证据门控、证据抽取、支持性验证；EGI-RAG+：冲突/误导风险控制。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468880"/>
            <a:ext cx="3291840" cy="128016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578608"/>
            <a:ext cx="2962656" cy="1060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汇报重点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多维指标、噪声比例实验、错误案例分析、EGI-RAG+ 过度拒答问题。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研究问题：RAG 不只是 Answer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2064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E1E1E"/>
                </a:solidFill>
                <a:latin typeface="Microsoft YaHei"/>
              </a:rPr>
              <a:t>真实检索结果中会混入普通噪声、误导答案和冲突文档。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E1E1E"/>
                </a:solidFill>
                <a:latin typeface="Microsoft YaHei"/>
              </a:rPr>
              <a:t>只看答案准确率，无法判断模型是否依赖了正确证据。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E1E1E"/>
                </a:solidFill>
                <a:latin typeface="Microsoft YaHei"/>
              </a:rPr>
              <a:t>因此评价扩展为：检索质量 + 证据忠实性 + 误导采纳 + 拒答能力。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143000"/>
            <a:ext cx="4846320" cy="86868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65392" y="1252728"/>
            <a:ext cx="4517136" cy="6492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检索指标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Recall@k, MRR, nDCG@k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40280"/>
            <a:ext cx="4846320" cy="86868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2350008"/>
            <a:ext cx="4517136" cy="6492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证据指标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Evidence F1, Strict Supported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846320" cy="86868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3447288"/>
            <a:ext cx="4517136" cy="6492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鲁棒性指标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Misinfo Adoption Rate, Refusal 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实验全流程与成员分工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5836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</a:rPr>
              <a:t>数据构造、baseline、EGI-RAG、扩展评估与报告输出</a:t>
            </a:r>
          </a:p>
        </p:txBody>
      </p:sp>
      <p:pic>
        <p:nvPicPr>
          <p:cNvPr id="4" name="Picture 3" descr="c__Users_86159_AppData_Roaming_Cursor_User_workspaceStorage_3ff2ee083c5798b7e8e919b8bb352912_images_d4b8109b85c8e6cbd44ef9713302dd86-4e31788d-3f34-4055-9afb-551cb21ec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0"/>
            <a:ext cx="11567160" cy="5257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EGI-RAG 方法框架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" y="65836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</a:rPr>
              <a:t>核心思想：先做证据过滤，再只基于可信证据生成与验证</a:t>
            </a:r>
          </a:p>
        </p:txBody>
      </p:sp>
      <p:pic>
        <p:nvPicPr>
          <p:cNvPr id="4" name="Picture 3" descr="c__Users_86159_AppData_Roaming_Cursor_User_workspaceStorage_3ff2ee083c5798b7e8e919b8bb352912_images_3e1982d0aa7dab8153c66f5495ccfe18-489c6c60-b611-4db8-a76b-936e073d94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方法实现：轻量工程版 EGI-RAG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05840"/>
            <a:ext cx="3383280" cy="123444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1115568"/>
            <a:ext cx="3054096" cy="101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1. Retrieval / Rerank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top_k 到 top_n；本次补跑使用 lexical fallback，避免本地神经依赖冲突。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005840"/>
            <a:ext cx="3383280" cy="123444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712" y="1115568"/>
            <a:ext cx="3054096" cy="101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2. Evidence Gate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LLM 判断 supportive / partial / irrelevant / misleading；EGI+ 增加 contradictory。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005840"/>
            <a:ext cx="3383280" cy="123444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1" y="1115568"/>
            <a:ext cx="3054096" cy="101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3. Evidence-only Generation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只把 evidence spans 交给生成器，不直接拼接全文上下文。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2971800"/>
            <a:ext cx="3840480" cy="132588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4832" y="3081528"/>
            <a:ext cx="3511296" cy="1106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4. Verification / Refusal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答案必须 supported；unsupported/conflict/insufficient 时拒答。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971800"/>
            <a:ext cx="3840480" cy="1325880"/>
          </a:xfrm>
          <a:prstGeom prst="roundRect">
            <a:avLst/>
          </a:prstGeom>
          <a:solidFill>
            <a:srgbClr val="FAF0E6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1" y="3081528"/>
            <a:ext cx="3511296" cy="1106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实现边界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图中的多轮 Iterative Corrector 和数值 doc score 是完整设计，主实验采用一轮轻量实现。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全量主结果：EGI-RAG 与 EGI-RAG+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Dataset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Method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AnsAcc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Token F1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Misinfo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StrictSup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RGB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0.9200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0.8127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0.9667</a:t>
                      </a:r>
                    </a:p>
                  </a:txBody>
                  <a:tcPr marL="36576" marR="36576"/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RGB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0.8600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0.7616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0.8767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RAMDocs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0.5320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0.5381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0.1100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0.7120</a:t>
                      </a:r>
                    </a:p>
                  </a:txBody>
                  <a:tcPr marL="36576" marR="36576"/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RAMDocs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500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0.2260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0.2307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0.0080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1E1E"/>
                          </a:solidFill>
                          <a:latin typeface="Microsoft YaHei"/>
                        </a:rPr>
                        <a:t>0.2620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14400" y="3703320"/>
            <a:ext cx="4937760" cy="114300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3813048"/>
            <a:ext cx="460857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关键观察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EGI-RAG 在 RGB 上准确率和支持性最好；RAMDocs 更强调误导采纳风险。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703320"/>
            <a:ext cx="4937760" cy="1143000"/>
          </a:xfrm>
          <a:prstGeom prst="roundRect">
            <a:avLst/>
          </a:prstGeom>
          <a:solidFill>
            <a:srgbClr val="FAF0E6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3952" y="3813048"/>
            <a:ext cx="460857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EGI-RAG+ 的定位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Misinfo 从 0.1100 降到 0.0080，但 Accuracy 从 0.5320 降到 0.2260。它是风险控制型改进，不是 accuracy 改进。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Controlled Noise：RGB 代表性比例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9601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Setting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Method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AnsAcc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StrictSup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0% front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0.9600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0.9967</a:t>
                      </a:r>
                    </a:p>
                  </a:txBody>
                  <a:tcPr marL="36576" marR="36576"/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0% front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0.9633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0.9867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60% front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0.9300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0.9667</a:t>
                      </a:r>
                    </a:p>
                  </a:txBody>
                  <a:tcPr marL="36576" marR="36576"/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60% front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0.9233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0.9533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100% front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0.0400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0.1233</a:t>
                      </a:r>
                    </a:p>
                  </a:txBody>
                  <a:tcPr marL="36576" marR="36576"/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100% front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300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0.0233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0.0733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20624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0% 和 60% 普通噪声下，EGI 系列仍能保持较高 Answer Accuracy。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100% 噪声时 Recall@5=0，模型没有正确证据，Accuracy 大幅下降是预期结果。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全噪声压力测试更应该看拒答能力，而不是只看 Accuracy。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Controlled Noise：RAMDocs 代表性比例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960120"/>
          <a:ext cx="111556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Setting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Method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AnsAcc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Misinfo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StrictSup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0% front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365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0.6055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0.0438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0.7260</a:t>
                      </a:r>
                    </a:p>
                  </a:txBody>
                  <a:tcPr marL="36576" marR="36576"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0% front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290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0.3655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0.0103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0.4276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60% front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118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0.5424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0.1017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0.7288</a:t>
                      </a:r>
                    </a:p>
                  </a:txBody>
                  <a:tcPr marL="36576" marR="36576"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60% front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100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0.3100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0.0100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0.3500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100% front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100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0.0100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0.3200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0.4100</a:t>
                      </a:r>
                    </a:p>
                  </a:txBody>
                  <a:tcPr marL="36576" marR="36576"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100% front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EGI-RAG+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100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0.2200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  <a:latin typeface="Microsoft YaHei"/>
                        </a:rPr>
                        <a:t>0.2900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22960" y="4251960"/>
            <a:ext cx="5120640" cy="1143000"/>
          </a:xfrm>
          <a:prstGeom prst="roundRect">
            <a:avLst/>
          </a:prstGeom>
          <a:solidFill>
            <a:srgbClr val="E5EFF9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361688"/>
            <a:ext cx="4791455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结论 1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RAMDocs 的主要风险不是检索不到，而是 high-overlap misinfo 被模型采纳。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4251960"/>
            <a:ext cx="5120640" cy="1143000"/>
          </a:xfrm>
          <a:prstGeom prst="roundRect">
            <a:avLst/>
          </a:prstGeom>
          <a:solidFill>
            <a:srgbClr val="FAF0E6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28231" y="4361688"/>
            <a:ext cx="4791455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结论 2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EGI-RAG+ 显著压低 Misinfo，但强冲突门控造成过度拒答。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Custom Noise：逻辑缺失与高重叠误导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960120"/>
          <a:ext cx="111556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/>
                <a:gridCol w="1593668"/>
                <a:gridCol w="1593668"/>
                <a:gridCol w="1593668"/>
                <a:gridCol w="1593668"/>
                <a:gridCol w="1593668"/>
                <a:gridCol w="1593672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Method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AnsAcc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Token F1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Misinfo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EvF1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StrictSup</a:t>
                      </a:r>
                    </a:p>
                  </a:txBody>
                  <a:tcPr marL="36576" marR="36576">
                    <a:solidFill>
                      <a:srgbClr val="1E486E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Naive RAG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60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0.6500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0.4694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0.0333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/>
                </a:tc>
              </a:tr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Rerank RAG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60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0.6500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0.4703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0.0167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CRAG-lite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60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0.6333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0.3511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0.0167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36576" marR="36576"/>
                </a:tc>
              </a:tr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EGI-RAG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60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0.7833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0.7755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0.0167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0.8611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Microsoft YaHei"/>
                        </a:rPr>
                        <a:t>0.8667</a:t>
                      </a:r>
                    </a:p>
                  </a:txBody>
                  <a:tcPr marL="36576" marR="3657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49039"/>
            <a:ext cx="106070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Custom Noise 专门构造 logic-gap、value-swap 和 high-overlap irrelevant 文档。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在 Recall 已接近 1.0 的情况下，差异主要来自模型是否能过滤不完整/误导证据。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EGI-RAG 通过 evidence spans 降低全文噪声干扰。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Failure Analysis：答错的问题为什么会错？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3566160" cy="1051560"/>
          </a:xfrm>
          <a:prstGeom prst="roundRect">
            <a:avLst/>
          </a:prstGeom>
          <a:solidFill>
            <a:srgbClr val="F5F8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024128"/>
            <a:ext cx="3236976" cy="8321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检索不到正确证据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100% noise 时 R@5/MRR 为 0，生成器无可靠依据。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914400"/>
            <a:ext cx="3566160" cy="1051560"/>
          </a:xfrm>
          <a:prstGeom prst="roundRect">
            <a:avLst/>
          </a:prstGeom>
          <a:solidFill>
            <a:srgbClr val="F5F8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712" y="1024128"/>
            <a:ext cx="3236976" cy="8321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强误导文档共现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RAMDocs 中 wrong answer 文档与问题高度相关。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914400"/>
            <a:ext cx="3383280" cy="1051560"/>
          </a:xfrm>
          <a:prstGeom prst="roundRect">
            <a:avLst/>
          </a:prstGeom>
          <a:solidFill>
            <a:srgbClr val="F5F8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94192" y="1024128"/>
            <a:ext cx="3054096" cy="8321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证据抽取不完整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抽到主体但遗漏时间、地点、数值等关键限定。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2743200"/>
            <a:ext cx="3657600" cy="1097280"/>
          </a:xfrm>
          <a:prstGeom prst="roundRect">
            <a:avLst/>
          </a:prstGeom>
          <a:solidFill>
            <a:srgbClr val="FAF0E6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2852928"/>
            <a:ext cx="3328416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过度拒答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EGI-RAG+ 对 misleading / contradictory 惩罚太硬。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43200"/>
            <a:ext cx="3657600" cy="1097280"/>
          </a:xfrm>
          <a:prstGeom prst="roundRect">
            <a:avLst/>
          </a:prstGeom>
          <a:solidFill>
            <a:srgbClr val="FAF0E6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1" y="2852928"/>
            <a:ext cx="3328416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字符串评估误差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日期格式、别名、简称可能让语义正确答案被判错。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EGI-RAG+ 为什么“变差”？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698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它的目标是降低 misinformation adoption，不是直接提高 Answer Accuracy。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当前策略是 hard gate：一旦检测到 misleading/contradictory 且 supportive evidence 不够强，就倾向拒答。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这会减少错误答案采纳，但也会误拒答一批本来可回答的样本。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因此报告中应表述为：风险控制有效，但覆盖率和准确率受损。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4343400"/>
            <a:ext cx="4480560" cy="914400"/>
          </a:xfrm>
          <a:prstGeom prst="roundRect">
            <a:avLst/>
          </a:prstGeom>
          <a:solidFill>
            <a:srgbClr val="EBF8F0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53312" y="4453128"/>
            <a:ext cx="4151376" cy="694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有效的一面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RAMDocs 全量 Misinfo: 0.1100 → 0.0080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4343400"/>
            <a:ext cx="4480560" cy="914400"/>
          </a:xfrm>
          <a:prstGeom prst="roundRect">
            <a:avLst/>
          </a:prstGeom>
          <a:solidFill>
            <a:srgbClr val="FCEEEE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6831" y="4453128"/>
            <a:ext cx="4151376" cy="694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代价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RAMDocs 全量 AnsAcc: 0.5320 → 0.2260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67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486E"/>
                </a:solidFill>
                <a:latin typeface="Microsoft YaHei"/>
              </a:rPr>
              <a:t>结论与后续改进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88136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鲁棒 RAG 的关键不是读更多文档，而是只基于可信证据作答。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EGI-RAG 在 RGB 和 Custom Noise 上表现稳定，证据链指标明显更好。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RAMDocs 证明 high-overlap misinfo 是更危险的噪声类型。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EGI-RAG+ 需要从 hard gate 改为 soft threshold：按 supportive 证据强度和冲突强度加权。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E1E1E"/>
                </a:solidFill>
                <a:latin typeface="Microsoft YaHei"/>
              </a:rPr>
              <a:t>后续应增加 LLM judge / 人工复核，缓解字符串评估误差。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4800600"/>
            <a:ext cx="8503920" cy="777240"/>
          </a:xfrm>
          <a:prstGeom prst="roundRect">
            <a:avLst/>
          </a:prstGeom>
          <a:solidFill>
            <a:srgbClr val="EBF5FC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93392" y="4910328"/>
            <a:ext cx="8174736" cy="557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486E"/>
                </a:solidFill>
                <a:latin typeface="Microsoft YaHei"/>
              </a:rPr>
              <a:t>Takeaway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D2D2D"/>
                </a:solidFill>
                <a:latin typeface="Microsoft YaHei"/>
              </a:rPr>
              <a:t>Evidence first, answer second: trustworthy RAG should answer only from supported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473952"/>
            <a:ext cx="11521440" cy="18288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492240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</a:rPr>
              <a:t>Robust RAG under Noisy Documents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